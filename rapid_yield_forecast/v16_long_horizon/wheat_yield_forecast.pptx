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deck describes a 5 March forecasting system. All numbers are recomputed from source artifacts by scripts/verify_walkthrough.py.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methodology point: resolution and sample size were the binding constraints, not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wheat yield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 before harvest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886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districts across Haryana, Punjab and Uttar Pradesh.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forecast, a full probability distribution, and an early warning of collapse.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5897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is machine-verified — 96 checks, 96 pass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harvest before it happens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March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609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date — eight weeks before harvest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97680" y="26609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districts, averaging 3,400 km² each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955280" y="26609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per hectare — the typical yield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crop is not finished — a late-March heatwave can still destroy 20% of it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are huge — half can fail while the other half thrives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arrives once a year, and neighbouring districts fail together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sharpest data starts too late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1_data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881360" cy="43525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begins in 2017, leaving four testable harvests. MODIS reaches back to 2000 — nineteen.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each a small correction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56816"/>
            <a:ext cx="402336" cy="40233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901952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the last three harvests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149840" y="19019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333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816352"/>
            <a:ext cx="402336" cy="40233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7614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76148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simple models, a disagreement gate, movement calibration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149840" y="276148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350215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75888"/>
            <a:ext cx="402336" cy="40233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6210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ahead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3621024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the model may see the 10-day forecast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49840" y="362102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0080" y="436168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4535424"/>
            <a:ext cx="402336" cy="402336"/>
          </a:xfrm>
          <a:prstGeom prst="ellipse">
            <a:avLst/>
          </a:prstGeom>
          <a:solidFill>
            <a:srgbClr val="1D4E89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4805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6160" y="448056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more seasons  (small, uncertain)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49840" y="44805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40080" y="522122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394960"/>
            <a:ext cx="402336" cy="402336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534009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vision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66160" y="5340096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reads satellite crop condition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149840" y="534009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5953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error, kg/ha  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new component predict the harvest alone. Let it nudge a conservative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CROP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network that never sees a harvest figure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pPr indent="0" marL="0">
              <a:buNone/>
            </a:pPr>
            <a:r>
              <a:rPr lang="en-US" sz="14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examples of how wheat develops. Only a handful of harvests.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</a:t>
            </a:r>
            <a:pPr indent="0" marL="0">
              <a:buNone/>
            </a:pPr>
            <a:r>
              <a:rPr lang="en-US" sz="14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it on the data-rich question — how will the crop change between January and March — then hand its internal summary to a simple model for the data-poor 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one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of input decides how much to listen to every other piece — then takes a weighted average.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0" y="1828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766560" y="26151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numbers — one layer of a small language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3200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766560" y="39867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it hands to the yield model, down from 30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4572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±130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66560" y="53583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how far it can move a forecast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THE KEY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inputs made it stronger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raw satellite averages needing no network at all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weak change summaries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genuine network outputs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583680" y="35204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raw averages correlated 0.024 with the model's errors — nothing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made accuracy worse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16 could then be trusted at nearly double the weight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features let the remaining signal be believed harder.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Rewari district, Haryana — 2022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2_worked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72768"/>
            <a:ext cx="1005840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 is a distribution, not a number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7_probability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72768"/>
            <a:ext cx="9326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threshold a planner asks about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8_event_probabi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10424160" cy="4087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Rewari fell 9.4%. The model called a decline 92% likely and put it right at the 10% boundary.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probabilities are honest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says…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37760" y="1920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9202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774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29.9%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29.2%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272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10%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1272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1272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7705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worse than 20%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87705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387705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626864"/>
            <a:ext cx="786384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6268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increase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62686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45.9%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462686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43.5%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5230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476 district-seasons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1920240"/>
            <a:ext cx="2377440" cy="301752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14400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cover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3310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4400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4370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10% chance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10% of the time.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over-confident about catastrophes: 1.2% stated for falls worse than 20%, where 2.3% occur.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in every season available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4_per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7223760" cy="3355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1783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0" y="25694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typical error — 5.9% of a harvest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0" y="3063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0" y="38496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improved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0" y="51297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up-or-down called correctly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“100% confident” — with four seasons a resampling test reports certainty automatically whenever all four agree. Say “4 of 4” and let the reader judge.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waiting until March buys you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11_january_vs_m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72768"/>
            <a:ext cx="96926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district, seven weeks apart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06240" y="19659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January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35040" y="196596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722376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414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441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4,555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0" y="2441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4,162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722376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461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324612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50792"/>
            <a:ext cx="722376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507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P(increase)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40507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405079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855464"/>
            <a:ext cx="722376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554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P(fall over 10%)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485546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485546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1965960"/>
            <a:ext cx="3017520" cy="301752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514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4,150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85039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harvest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039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said a serious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was 9% likely.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said 46%.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arriving in February and early March is what turns a wrong answer into a right one.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seasons can point the wrong way</a:t>
            </a:r>
            <a:endParaRPr lang="en-US" sz="3200" dirty="0"/>
          </a:p>
        </p:txBody>
      </p:sp>
      <p:pic>
        <p:nvPicPr>
          <p:cNvPr id="4" name="Image 0" descr="/Users/aaryan/Downloads/ugp/rapid_yield_forecast/v16_long_horizon/figures/05_four_year_ill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6949440" cy="33924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257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rebuilt network looked like a certain win on four seasons and a loss on nineteen. The sign flips.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38160" y="178308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floor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377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model changing only the order the input columns are listed in. No information changes — but the score moves anyway.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12480" y="4434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of pure noise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800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model's headline result was 0.9 — inside its own noise floor.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things did not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network, better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0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over 19 seasons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78024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7802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Sub-district tiles into the existing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24780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7296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output as a direct correction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31729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0.024 with real errors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6791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output in the uncertainty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38679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collapsed 79% → 60%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6285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the network directly on yield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45628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 kg/ha versus 265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25780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all five stages into one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52578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−77 kg/ha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intervention that supplied more or better data helped. Every cleverer network on the same data did not.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761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typical error — 5.9% of a harvest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217920" y="27614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harvests land inside the 80% range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43616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at ranking a &gt;10% collapse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0" y="3566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B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217920" y="43616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the whole pipeline on one laptop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verified improvement came from removing fourteen useless inputs — not from adding anything.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wheat yield eight weeks before harvest</dc:title>
  <dc:subject>PptxGenJS Presentation</dc:subject>
  <dc:creator>Wheat yield forecasting</dc:creator>
  <cp:lastModifiedBy>Wheat yield forecasting</cp:lastModifiedBy>
  <cp:revision>1</cp:revision>
  <dcterms:created xsi:type="dcterms:W3CDTF">2026-07-26T22:28:52Z</dcterms:created>
  <dcterms:modified xsi:type="dcterms:W3CDTF">2026-07-26T22:28:52Z</dcterms:modified>
</cp:coreProperties>
</file>