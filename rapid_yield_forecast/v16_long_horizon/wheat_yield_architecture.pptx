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district wheat yield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and component specification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3657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probabilistic forecast for 119 Indian districts, issued on 5 March —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before the harvest it predicts.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harvest before it happens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is not enough. The system outputs a full range of possible harvests and how likely each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yield in kg/ha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43800" y="1874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district, each season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587752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87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25877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43800" y="2587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before harvest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300984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300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3009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districts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43800" y="3300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Haryana, Punjab, Uttar Pradesh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014216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0142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yield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40142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4,500 kg/ha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43800" y="40142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district area 3,405 km²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754880"/>
            <a:ext cx="10698480" cy="1371600"/>
          </a:xfrm>
          <a:prstGeom prst="roundRect">
            <a:avLst>
              <a:gd name="adj" fmla="val 3333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constraint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257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observed after 5 March may enter the forecast — no weather, no satellite image. Weather forecasts must have been published at least two days earlier. This is enforced in code, not by convention.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produces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district and every season, a single row containing all of this.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0698480" cy="54864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4,162 kg/ha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 estimate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496312"/>
            <a:ext cx="10698480" cy="54864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96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quantiles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496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q05 … q95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24963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range of plausible harvests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118104"/>
            <a:ext cx="10698480" cy="54864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1181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P(yield rises)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1181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31181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beating last season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3739896"/>
            <a:ext cx="10698480" cy="54864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7398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&gt; 5%)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37398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37398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a mild decline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361688"/>
            <a:ext cx="10698480" cy="54864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361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&gt; 10%)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4361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4361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a serious decline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4983480"/>
            <a:ext cx="10698480" cy="54864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&gt; 20%)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4983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4%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46520" y="4983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a severe decline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9436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the actual forecast for Rewari district, Haryana, in 2022 — used as the worked example later. Its harvest came in at 4,150 kg/ha.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system</a:t>
            </a:r>
            <a:endParaRPr lang="en-US" sz="2800" dirty="0"/>
          </a:p>
        </p:txBody>
      </p:sp>
      <p:pic>
        <p:nvPicPr>
          <p:cNvPr id="4" name="Image 0" descr="/Users/aaryan/Downloads/ugp/rapid_yield_forecast/v16_long_horizon/figures/A1_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43000"/>
            <a:ext cx="11567160" cy="5522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 conservative estimate, adjusted four times. Nothing replaces the estimate; each stage only nudges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 =  Blend   +   1.75 · c(weather ahead)   +   0.25 · c(training data)   +   2.25 · c(crop vision)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1069848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0175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65960" y="30175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301752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simple estimates averaged, with a gate and a movement scale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621024"/>
            <a:ext cx="1069848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6210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965960" y="36210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ahead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3621024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model may see the 10-day forecast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224528"/>
            <a:ext cx="1069848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2245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965960" y="42245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42245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model is trained on four more seasons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828032"/>
            <a:ext cx="1069848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8280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965960" y="48280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vision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482803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a network summarises satellite crop condition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5431536"/>
            <a:ext cx="1069848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54315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965960" y="54315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5431536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single number into 19 quantiles and every probability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“c” is a correction. The next slides define each one precisely.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information comes from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118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4068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753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contributes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00784"/>
            <a:ext cx="1069848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0078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records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11880" y="170078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70078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3,658 seasons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70078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and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359152"/>
            <a:ext cx="1069848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3591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satellite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23591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235915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2,737 × 3 × 35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3591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condition, coarse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1069848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01752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satellite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1880" y="301752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301752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2,142 × 126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301752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condition, fine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3675888"/>
            <a:ext cx="1069848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367588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11880" y="367588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2010–2023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67588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546,805 days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367588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rain, sunlight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334256"/>
            <a:ext cx="1069848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33425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611880" y="433425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season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433425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× 5-day windows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33425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after the clock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4992624"/>
            <a:ext cx="1069848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49926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611880" y="499262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499262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features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75320" y="49926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signal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indices measure how the crop reflects light: healthy plants reflect infrared strongly and red weakly, so the ratio tracks living plant material.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78 numbers the models actually see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compressed into a fixed panel of 78 columns, computed identically for every district and season.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7452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history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874520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1–5, five- and ten-year summaries, state mean, district minus state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24328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62432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weather and soil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62432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mid and late season windows; soil moisture at three depths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374136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37413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17320" y="337413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weather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374136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rainfall and solar anomalies, plus bias-corrected variants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123944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12394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7320" y="412394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indices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4123944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degree-days above 32 °C and 34 °C, water balance, district and regional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4873752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87375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487375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487375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price level, one-year and three-year changes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three binary state indicators, and a flag marking any value that was missing and had to be filled in.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estimate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model runs, take a weighted average of the district's last three harvests.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0698480" cy="868680"/>
          </a:xfrm>
          <a:prstGeom prst="roundRect">
            <a:avLst>
              <a:gd name="adj" fmla="val 5263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29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 =   0.60 · y(t−1)   +   0.25 · y(t−2)   +   0.15 · y(t−3)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persistent — irrigation, soil and farming practice change slowly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that produced 4,500 kg/ha for three years will probably do so again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decay because recent seasons are more informative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5508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model predicts instead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 =   y   −  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ever predicts yield directly. Each predicts the residual — how far this season departs from business as usual.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892040"/>
            <a:ext cx="10698480" cy="1234440"/>
          </a:xfrm>
          <a:prstGeom prst="roundRect">
            <a:avLst>
              <a:gd name="adj" fmla="val 3704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matters more than it looks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4132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has to learn that one district out-yields another — the baseline absorbs it. Every bit of learning capacity is spent on what is unusual about this season, which is the part that actually varies.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Blend — five estimates, averaged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separate models look at the season differently. Averaging cancels their independent mistakes.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069848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202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history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23360" y="192024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from the previous slide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92640" y="1920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615184"/>
            <a:ext cx="1069848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615184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1518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satellite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23360" y="261518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on observed weather and satellite to 5 March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92640" y="26151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310128"/>
            <a:ext cx="1069848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31012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101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23360" y="331012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on lagged prices and support-price changes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92640" y="33101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005072"/>
            <a:ext cx="1069848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00507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0050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23360" y="400507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wheat elsewhere in the world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92640" y="40050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4700016"/>
            <a:ext cx="1069848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70001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7000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023360" y="470001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water balance and heat stress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92640" y="470001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94360" y="548640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68756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member has weight zero — it did not improve the average. It is kept because its direction still votes in the gate on the next slide, and a direction can be informative even when a level is not.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disagreement gate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trust history. But when the other models agree that this season is different, stop leaning on last year.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06984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29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sign( member − last season )       for R, P, E and 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4323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s(R) + s(P) + s(E) + s(C)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fires when both are true: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 | ≥ 2  — a majority agree on direction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direction contradicts what history implies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063240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switch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 0.50 H · 0.15 R · 0.15 E · 0.20 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fires    0.20 H · 0.30 R · 0.30 E · 0.20 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846320"/>
            <a:ext cx="10698480" cy="1234440"/>
          </a:xfrm>
          <a:prstGeom prst="roundRect">
            <a:avLst>
              <a:gd name="adj" fmla="val 3704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358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fires on 20.6% of district-seasons. On the other 79.4% the blend stays anchored to history, which is the safe default when nothing unusual is being signalled.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 calibration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five models pulls the result toward the middle. The blend under-moves, so its movement is scaled back 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0698480" cy="868680"/>
          </a:xfrm>
          <a:prstGeom prst="roundRect">
            <a:avLst>
              <a:gd name="adj" fmla="val 5263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Blend   =   L   +   1.50 · ( Blend_raw  −  L )        where L = last season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1.50 was obtained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historical cases. Let x be how far the raw blend moved from last season, and z how far the truth actually moved. Fit the single number that best rescales one into the other, by least squares through the origin: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=  Σ xᵢ zᵢ  /  Σ xᵢ²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3017520"/>
            <a:ext cx="5029200" cy="2148840"/>
          </a:xfrm>
          <a:prstGeom prst="roundRect">
            <a:avLst>
              <a:gd name="adj" fmla="val 2128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54787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came out near 1.5.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blend says “up 100 kg/ha”, the truth has historically moved about 150. The scale undoes the shrinkage that averaging introduced.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544068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687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produces one conservative yield estimate per district-season. Stages 2 to 4 adjust it; none of them replaces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2–4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correction is measured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698480" cy="1691640"/>
          </a:xfrm>
          <a:prstGeom prst="roundRect">
            <a:avLst>
              <a:gd name="adj" fmla="val 2703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36192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models that are identical in every respect — same rows, same target, same settings, same random seeds — except that one is given an extra piece of information.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their predictions is what that information contributes, and nothing else.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3200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logic as a drug trial: two groups treated identically apart from one thing, so any difference is attributable to that thing.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70332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65960" y="370332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10-day weather forecast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370332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mean(FULL, EFFECT, BROAD) − NO-FUTURE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29800" y="3703320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×1.75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453128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445312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965960" y="445312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seasons of training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445312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trained-from-2013 − trained-from-2017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29800" y="4453128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×0.25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202936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520293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965960" y="520293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values from the crop network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520293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with-those-values − without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29800" y="5202936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is deliberately less than one: a correction that cannot be measured precisely is applied at a fraction of its face value, so noise cannot dominate.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2–4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models underneath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is produced by gradient-boosted decision trees — hundreds of small yes/no question trees, averaged.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20640" cy="3337560"/>
          </a:xfrm>
          <a:prstGeom prst="roundRect">
            <a:avLst>
              <a:gd name="adj" fmla="val 1370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660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child weight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subsample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subsample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867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69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4169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471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471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773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4773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and 73, averaged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828800"/>
            <a:ext cx="5120640" cy="1600200"/>
          </a:xfrm>
          <a:prstGeom prst="roundRect">
            <a:avLst>
              <a:gd name="adj" fmla="val 2857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depth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2331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may ask only two yes/no questions. With few independent harvests to learn from, a deeper tree would memorise districts instead of learning how they respond.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3611880"/>
            <a:ext cx="5120640" cy="1554480"/>
          </a:xfrm>
          <a:prstGeom prst="roundRect">
            <a:avLst>
              <a:gd name="adj" fmla="val 294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40965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filled with the column median, plus a flag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encoded as three binary columns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clipped to 500–7,000 kg/ha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94360" y="5394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settings across every matched pair, so a measured difference can only come from the extra information — never from a different configuration.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neural network at 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satellite sees the crop. The question is how to turn a large, messy pile of measurements into a few useful numbers.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summary statistics — average greenness, its spread, its 10th percentile. This works, but the recipe is fixed by the analyst in advance, and it treats every part of a district as interchangeable.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network does instead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591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the recipe. Formally it is a function that maps the whole pile to 16 numbers — and the entire design question is which 16.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0698480" cy="2011680"/>
          </a:xfrm>
          <a:prstGeom prst="roundRect">
            <a:avLst>
              <a:gd name="adj" fmla="val 2273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that shapes everything: it is never shown a harvest figure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thousands of examples of how a crop changes between January and March, and only a handful of harvests. So the network is trained on the data-rich question — how does wheat develop — and its internal summary is handed to a simple model for the data-poor question of what the yield will be.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crop-vision network</a:t>
            </a:r>
            <a:endParaRPr lang="en-US" sz="2800" dirty="0"/>
          </a:p>
        </p:txBody>
      </p:sp>
      <p:pic>
        <p:nvPicPr>
          <p:cNvPr id="4" name="Image 0" descr="/Users/aaryan/Downloads/ugp/rapid_yield_forecast/v16_long_horizon/figures/A2_network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43000"/>
            <a:ext cx="11567160" cy="5522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network is shown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streams of numbers. Each row of a stream is called a token — the unit the network reasons over.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0698480" cy="978408"/>
          </a:xfrm>
          <a:prstGeom prst="roundRect">
            <a:avLst>
              <a:gd name="adj" fmla="val 467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7452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37560" y="187452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× 126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74920" y="1874520"/>
            <a:ext cx="6035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vegetation indices × 3 spatial views × 7 time summaries,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 January, 15 February and 5 March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926080"/>
            <a:ext cx="10698480" cy="978408"/>
          </a:xfrm>
          <a:prstGeom prst="roundRect">
            <a:avLst>
              <a:gd name="adj" fmla="val 467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92608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weather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92608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× 16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74920" y="2926080"/>
            <a:ext cx="6035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windows before the clock: temperature, rainfall, solar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radiation, humidity, wind, soil moisture at three depths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10698480" cy="978408"/>
          </a:xfrm>
          <a:prstGeom prst="roundRect">
            <a:avLst>
              <a:gd name="adj" fmla="val 467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97764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weather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97764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× 16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74920" y="3977640"/>
            <a:ext cx="6035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dated five-day windows ahead, with spatial spread and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of days above 32 °C and 34 °C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257800"/>
            <a:ext cx="10698480" cy="1097280"/>
          </a:xfrm>
          <a:prstGeom prst="roundRect">
            <a:avLst>
              <a:gd name="adj" fmla="val 4167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440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— how the leakage rule is enforced inside the network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760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15 February clock the March token does not yet exist. Its attention score is set to minus infinity, so it receives exactly zero weight and cannot influence anything.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— the one operation to understand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looks at all the others, decides how much each one matters, and takes a weighted average.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0698480" cy="868680"/>
          </a:xfrm>
          <a:prstGeom prst="roundRect">
            <a:avLst>
              <a:gd name="adj" fmla="val 5263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 Q, K, V )   =   softmax(  Q · Kᵀ / √8   +   M  ) · 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· Kᵀ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token's question is compared against every token's label — a large value means “you are relevant to me”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5295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÷ √8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529584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those numbers in a sensible range as the network gets wider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41330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4133088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mask: minus infinity for anything not yet observable, so it gets zero weight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47365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4736592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scores into weights that are positive and add up to one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53400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534009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weighted average of the other tokens' content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" y="6035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these run in parallel with separate learned weights, so the network can attend to several different things at once.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crop asks the weather two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 token for the current date queries each weather stream separately.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20640" cy="182880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c_past = MHA( q , past 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past weather explains the state I am in?”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120640" cy="182880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c_fcst = MHA( q , forecast 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forecast weather threatens what happens to me next?”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88620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42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 =   LayerNorm(  q   +   c_past   +   c_fcst  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5029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rescales the vector to a stable range. Adding q back is a residual connection: information can bypass a layer that does not help 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60920" y="4937760"/>
            <a:ext cx="3931920" cy="1097280"/>
          </a:xfrm>
          <a:prstGeom prst="roundRect">
            <a:avLst>
              <a:gd name="adj" fmla="val 4167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5074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535838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32-value vector per district-season; 16 are kept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network is trained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steps, neither of which uses a harvest figure.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20640" cy="1874520"/>
          </a:xfrm>
          <a:prstGeom prst="roundRect">
            <a:avLst>
              <a:gd name="adj" fmla="val 2439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learn general crop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coarse satellite data back to 2000, predict the next observation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previous ones.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· lr 8e−4 · 24 epochs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120640" cy="1874520"/>
          </a:xfrm>
          <a:prstGeom prst="roundRect">
            <a:avLst>
              <a:gd name="adj" fmla="val 2439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specialise on recent, sharper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591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fine satellite data from 2017, predict how each of the 126 crop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will change.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· lr 6e−4 · 45 epochs · seeds 42, 73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931920"/>
            <a:ext cx="10698480" cy="1005840"/>
          </a:xfrm>
          <a:prstGeom prst="roundRect">
            <a:avLst>
              <a:gd name="adj" fmla="val 4545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87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 =  SmoothL1( predicted change, actual change )   +   0.08 · BCE( predicted direction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5120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L1 behaves like squared error for small mistakes and like absolute error for large ones, so a cloud or a sensor fault cannot dominate training. Targets are standardised using the median and median-absolute-deviation for the same reason.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the model from cheating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mechanisms, both essential when the same districts appear in training and testing.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120640" cy="2331720"/>
          </a:xfrm>
          <a:prstGeom prst="roundRect">
            <a:avLst>
              <a:gd name="adj" fmla="val 196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cutoffs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target season, nothing from that season or later is used anywhere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includes the averages used to standardise inputs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forecasts must predate the clock by two days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120640" cy="2331720"/>
          </a:xfrm>
          <a:prstGeom prst="roundRect">
            <a:avLst>
              <a:gd name="adj" fmla="val 1961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cross-fitting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95728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are split into three groups. The 16 network values for a district in group 1 are produced by a network trained without group 1.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those values would look informative simply because the network had memorised the district.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480560"/>
            <a:ext cx="10698480" cy="1691640"/>
          </a:xfrm>
          <a:prstGeom prst="roundRect">
            <a:avLst>
              <a:gd name="adj" fmla="val 2703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50109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origin — the model for each season is trained only on earlier seasons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weights are chosen on development seasons and then held fixed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seasons are used once, for confirmation, never to choose anything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one number into a distribution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assuming a bell curve, use the errors the model has actually made in the past.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0698480" cy="603504"/>
          </a:xfrm>
          <a:prstGeom prst="roundRect">
            <a:avLst>
              <a:gd name="adj" fmla="val 7576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8308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61288" y="17830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past errors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95928" y="178308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y − ŷ, using only seasons before the target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59736"/>
            <a:ext cx="10698480" cy="603504"/>
          </a:xfrm>
          <a:prstGeom prst="roundRect">
            <a:avLst>
              <a:gd name="adj" fmla="val 7576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59736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61288" y="245973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on a common scale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95928" y="245973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max( recent SD, 7% of normal yield, 150 )    u = e / 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136392"/>
            <a:ext cx="10698480" cy="603504"/>
          </a:xfrm>
          <a:prstGeom prst="roundRect">
            <a:avLst>
              <a:gd name="adj" fmla="val 7576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136392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61288" y="31363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seasons equally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95928" y="313639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row gets weight 1/n(t), so a big season cannot dominate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813048"/>
            <a:ext cx="10698480" cy="603504"/>
          </a:xfrm>
          <a:prstGeom prst="roundRect">
            <a:avLst>
              <a:gd name="adj" fmla="val 7576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81304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61288" y="381304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weighted quantiles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95928" y="381304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 u at the 19 probability levels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4489704"/>
            <a:ext cx="10698480" cy="603504"/>
          </a:xfrm>
          <a:prstGeom prst="roundRect">
            <a:avLst>
              <a:gd name="adj" fmla="val 7576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489704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" y="448970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and recentre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95928" y="448970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Q(α) = ŷ + a · u(α)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5166360"/>
            <a:ext cx="10698480" cy="603504"/>
          </a:xfrm>
          <a:prstGeom prst="roundRect">
            <a:avLst>
              <a:gd name="adj" fmla="val 7576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16636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61288" y="51663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validity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95928" y="516636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maximum so quantiles cannot cross, then clip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matters: a 300 kg/ha error means something different in a stable district than a volatile one, so errors are divided by a district-specific size before being pooled.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quantiles to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 quantiles are the distribution. Every question anyone asks is a lookup on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120640" cy="1737360"/>
          </a:xfrm>
          <a:prstGeom prst="roundRect">
            <a:avLst>
              <a:gd name="adj" fmla="val 2632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quantiles define 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 Q(α) )  =  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the chance the harvest comes in at or below a given yield. It is known at 19 points and filled in between by straight lines.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120640" cy="1737360"/>
          </a:xfrm>
          <a:prstGeom prst="roundRect">
            <a:avLst>
              <a:gd name="adj" fmla="val 2632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 lookup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59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rises )      = 1 − F( last 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0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fall &gt; p )   = F( (1−p) · last 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at 5%, 10%, 20% and 30%.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10698480" cy="1325880"/>
          </a:xfrm>
          <a:prstGeom prst="roundRect">
            <a:avLst>
              <a:gd name="adj" fmla="val 3448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density curve is the slope of 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35254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quantiles bunch together, a lot of probability sits in a narrow band of yields, so the curve is tall there. Where they spread out, the curve is low.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544068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687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row per district-season with the point forecast, all 19 quantiles, and every threshold probability.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model for one district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steps, roughly three hours end to end from raw data on a single laptop.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648" y="1828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lagged yield history and compute the baseline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2304288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3271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32714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78 features from weather, soil, satellite and price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43000" y="2802636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82549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82549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five Blend members, apply the gate, apply the ×1.50 movement scale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43000" y="3300984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32384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32384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four weather-forecast models; take their difference; add at ×1.75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43000" y="3799332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8221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8221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two training-window models; take their difference; add at ×0.25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4297680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43205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32054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crop tensors, mask anything after the clock, run the network, take 16 values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43000" y="4796028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48188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81888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two matched tree models with and without them; add the difference at ×2.25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143000" y="5294376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531723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531723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historical error distribution to the district and recentre it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43000" y="5792724"/>
            <a:ext cx="10058400" cy="0"/>
          </a:xfrm>
          <a:prstGeom prst="line">
            <a:avLst/>
          </a:prstGeom>
          <a:noFill/>
          <a:ln w="9525">
            <a:solidFill>
              <a:srgbClr val="E1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581558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5815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the quantile curve and read off every threshold probability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Rewari district, Haryana — 2022</a:t>
            </a:r>
            <a:endParaRPr lang="en-US" sz="2800" dirty="0"/>
          </a:p>
        </p:txBody>
      </p:sp>
      <p:pic>
        <p:nvPicPr>
          <p:cNvPr id="4" name="Image 0" descr="/Users/aaryan/Downloads/ugp/rapid_yield_forecast/v16_long_horizon/figures/02_worked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1024128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 that is issued</a:t>
            </a:r>
            <a:endParaRPr lang="en-US" sz="2800" dirty="0"/>
          </a:p>
        </p:txBody>
      </p:sp>
      <p:pic>
        <p:nvPicPr>
          <p:cNvPr id="4" name="Image 0" descr="/Users/aaryan/Downloads/ugp/rapid_yield_forecast/v16_long_horizon/figures/07_probability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80160"/>
            <a:ext cx="7498080" cy="389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838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32720" y="1417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4,162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83880" y="1892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range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33272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3,822 – 4,529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P(increase)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332720" y="236829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3880" y="28437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&gt; 5%)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332720" y="284378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83880" y="3319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&gt; 10%)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332720" y="3319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8388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&gt; 20%)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332720" y="3794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838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harvest  4,150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83880" y="48280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9.4% fall. The forecast placed it at the 10% boundary and put a decline at 92%.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of the 5 March forecast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seasons the model never saw during fitting.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862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50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438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four-year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726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03704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037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(3-season average)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86200" y="2203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2203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3800" y="2203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333.1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72600" y="2203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916936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9169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Blend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86200" y="29169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257.0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29169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288.6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43800" y="29169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273.3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29169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77.9%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630168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630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Stage 2 weather ahead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886200" y="36301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254.1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36301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288.1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36301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271.7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72600" y="36301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78.8%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343400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343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Stages 3 and 4 — full model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88620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248.6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281.2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4380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265.4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7260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78.8%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" y="4937760"/>
            <a:ext cx="10698480" cy="1188720"/>
          </a:xfrm>
          <a:prstGeom prst="roundRect">
            <a:avLst>
              <a:gd name="adj" fmla="val 3846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2120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 of 265 kg/ha is about 5.9% of a 4,500 kg/ha harvest. Direction accuracy is the share of districts where the forecast landed on the correct side of last season.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system run seven weeks earlier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can also be issued on 15 January. It is usable, and clearly weaker.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033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2356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438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four-year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640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03704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0370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January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20370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296.8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23560" y="220370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316.9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43800" y="220370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64040" y="220370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70.2%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2953512"/>
            <a:ext cx="10698480" cy="676656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95351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2953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248.6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23560" y="2953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281.2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43800" y="2953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265.4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464040" y="295351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78.8%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" y="3657600"/>
            <a:ext cx="5120640" cy="2286000"/>
          </a:xfrm>
          <a:prstGeom prst="roundRect">
            <a:avLst>
              <a:gd name="adj" fmla="val 2000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waiting buys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 kg/ha less error — about 13% better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more percentage points of direction accuracy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 has entered grain filling and is visible to the satellite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657600"/>
            <a:ext cx="5120640" cy="2286000"/>
          </a:xfrm>
          <a:prstGeom prst="roundRect">
            <a:avLst>
              <a:gd name="adj" fmla="val 2000"/>
            </a:avLst>
          </a:prstGeom>
          <a:solidFill>
            <a:srgbClr val="FDF1E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dates are honestly calibrated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32520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21240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ranges cover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732520" y="4480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79.3%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921240" y="4480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80.9%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92240" y="4864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ranges cover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32520" y="4864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90.5%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21240" y="4864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91.8%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9224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should read 80% and 90%.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district, both forecast dates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Rewari 2022. Last season 4,580 kg/ha; the harvest came in at 4,150.</a:t>
            </a:r>
            <a:endParaRPr lang="en-US" sz="1500" dirty="0"/>
          </a:p>
        </p:txBody>
      </p:sp>
      <p:pic>
        <p:nvPicPr>
          <p:cNvPr id="5" name="Image 0" descr="/Users/aaryan/Downloads/ugp/rapid_yield_forecast/v16_long_horizon/figures/11_january_vs_m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949440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418320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2112264"/>
            <a:ext cx="388620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82712" y="211226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18320" y="2112264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4,555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515600" y="2112264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4,162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70632"/>
            <a:ext cx="388620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82712" y="277063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418320" y="2770632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405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515600" y="2770632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26680" y="3429000"/>
            <a:ext cx="388620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82712" y="342900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P(increase)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418320" y="3429000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43%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515600" y="3429000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726680" y="4087368"/>
            <a:ext cx="3886200" cy="585216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82712" y="40873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&gt; 10%)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418320" y="4087368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9%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515600" y="4087368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46%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26680" y="461772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January the model expected a good year and put a serious decline at 9%. By March it had seen the crop, moved the forecast down 393 kg/ha, and raised that probability to 46%.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 probabilities honest?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is only useful if it is true. Across all 476 district-seasons of the 5 March forecast: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3484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122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happened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295144"/>
            <a:ext cx="905256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9514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worse than 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22951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29.9%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12280" y="22951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29.2%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026664"/>
            <a:ext cx="905256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0266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worse than 10%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0266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11.5%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12280" y="30266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758184"/>
            <a:ext cx="905256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75818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worse than 20%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37581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1.2%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12280" y="37581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2.3%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489704"/>
            <a:ext cx="905256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48970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increase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44897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B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45.9%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12280" y="448970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43.5%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058400" y="2286000"/>
            <a:ext cx="1600200" cy="2194560"/>
          </a:xfrm>
          <a:prstGeom prst="roundRect">
            <a:avLst>
              <a:gd name="adj" fmla="val 2857"/>
            </a:avLst>
          </a:prstGeom>
          <a:solidFill>
            <a:srgbClr val="EAF1FB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058400" y="3383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harvests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inside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80%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the model calls 10% likely happens on about 10% of occasions. That is what makes these numbers usable for a decision rather than decoration.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exception: the extreme tail is mildly over-confident — 1.2% stated for declines worse than 20%, against 2.3% observed.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in four sentences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conservative baseline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34840" y="1691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average of the last three harvests; every model predicts the residual around it, so none has to learn what a district is normally worth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corrections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34840" y="2788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measured as the difference between two otherwise identical models, and each deliberately shrunk before it is applied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small network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3886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67,359 parameters, trained on how crops develop rather than on yield, contributing 16 numbers to the final estimate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empirical distribution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4983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5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past errors, rescaled and recentred, giving 19 quantiles and every threshold probability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6080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point forecast, a calibrated distribution, and an early warning of collapse — for 119 districts, eight weeks before harvest.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District wheat yield forecasting — system architecture</dc:title>
  <dc:subject>PptxGenJS Presentation</dc:subject>
  <dc:creator>PptxGenJS</dc:creator>
  <cp:lastModifiedBy>PptxGenJS</cp:lastModifiedBy>
  <cp:revision>1</cp:revision>
  <dcterms:created xsi:type="dcterms:W3CDTF">2026-07-26T23:22:58Z</dcterms:created>
  <dcterms:modified xsi:type="dcterms:W3CDTF">2026-07-26T23:22:58Z</dcterms:modified>
</cp:coreProperties>
</file>